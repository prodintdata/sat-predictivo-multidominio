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3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80" r:id="rId24"/>
    <p:sldId id="279" r:id="rId25"/>
    <p:sldId id="282" r:id="rId26"/>
    <p:sldId id="283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6DC5-4AEF-DE6A-ECC0-9B57E4FAB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1783D-9CD4-8F76-A528-7CCBBCB7E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D5981-AA1B-2D6F-E75A-CEFE6C834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2971B-8ECA-AB8D-CCD8-42E006E39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4662-29C4-EBE7-B4DF-0664F998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8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A45A-FFCB-FD52-31C4-42AE1A7F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34D0D-9689-5F04-0EDD-EF3A8A409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7C05A-6494-C3D3-62D6-11455DA6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54E10-24E5-CF89-9719-64562969C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9B829-78B8-5C30-9B7C-6D395139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8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A99D3-DD5D-16E9-BC1C-313915B43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B5C95-B91E-7064-D62A-86F177774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EE10C-5814-49F0-1514-597241CC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895ED-6763-4D43-68DE-730B963C6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8A8F-8C6B-93DA-1EAD-FC8145BB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89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ADDC-F438-7E38-FB34-FB02C93D3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912F0-4BC6-1CE1-BE08-1FC163103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1CEE0-E9E0-5D17-6E5A-D87BBBEDF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79FA6-F72B-AFB4-4AF5-58AADDBA4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D7847-9E44-BE9B-78CA-37134884F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7B398-A704-D13B-2060-F566A5F0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3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3955-14F4-46B9-769C-03B072685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D66EE-3276-BE28-4D88-935B3E9CA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6813-458C-5B62-84C9-65ECF121D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A6F488-2633-CA3F-1DF4-0C3942315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4938B-5785-036F-2DB7-08012E523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864362-3FC9-56BD-EF4A-A18F9102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33F7B-23C3-39FF-99EB-3AC90FFD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DE474-20A8-6316-251B-8FE413D3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1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FEC72-19B5-AA71-FDC9-FCCBFC956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07F77-2F3A-0C6D-AF47-EC62613E9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369197-942E-67C6-1F51-BA6339C2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4A97F-CF79-E7A7-1043-922A685CD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2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456C-1A1E-DAA0-7667-C09C8A4A6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339BD6-7D24-D9CB-7F4C-75417A4C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27144-22FC-B7E6-B4F6-5FA989F4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15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7A26-BB9B-2C19-AA50-69C706B7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D2745-7366-2CA0-5FCD-AD349A2E9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8EF72-FA65-332B-BC23-142A81CD6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B5236-48D9-EAF9-8D50-D10DC0F9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3A665-0B04-464F-0021-D5A0661A9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2D53D-4D1E-76CE-1241-FECD0D69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8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0495-0E8B-CE29-6E51-7CFF2E01C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D0BF89-AB7C-75D7-98BB-F3AB5C221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39714-A92A-9B4C-7069-BB21EA754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CA8AE-9F44-0CF4-BEE3-1F068F6C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8B322-8E1B-0340-3142-A92A7CD74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C4122-7D05-A4EB-C3B2-B76A68A0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64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F41F-F4EE-9104-2DC5-FACC68B9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E9EC7-9ECC-8C94-F3DC-F279455D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168BD-DE85-510D-7EEB-E05E302B1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A63B0-CD1C-A1F3-9132-1248F9A5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9E47D-9165-6639-1F65-99E74D84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4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955573-22F1-AEE2-B4A9-1B0BD806D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18B34-D237-8E99-33E2-465B255F9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226B4-2404-54E2-0614-8BE6ED376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CE424-DF99-BFE3-BFEF-C6AC4251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D63D4-EEDA-F236-22C8-468714242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0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CC55DA-6294-1178-DB25-F622AF749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5A9BA-9B15-0A74-C581-7B0A367C1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61FBF-E338-87DE-F7B5-0BF8819F5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E72FC-3790-473D-9E78-815227F0FF36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755EE-99B8-5536-194F-A18C288E1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8AC62-41C0-A6B3-5D55-68C406618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5025B6-3EF3-4A3F-8843-2B4C6635C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60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F1A81-860A-B36D-6E6C-F0976FC5D776}"/>
              </a:ext>
            </a:extLst>
          </p:cNvPr>
          <p:cNvSpPr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0" kern="1200" cap="none" spc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Creacion de Tablon Congo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0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39555A-D363-4980-942C-221AEAF67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13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20910A-7903-DD08-27D2-4BA293E7D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03"/>
            <a:ext cx="12192000" cy="680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0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B29AA-D7B4-7E06-DC7C-C2E4CF9A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D2D568F-EC97-6861-CCC4-09BECB47B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917F7A-E643-3F16-4C65-B2D527436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A3D8AD-A76E-D954-DF88-9C19CEB52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D71F35-BDC3-8160-74E7-8EBA5E564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24408D7-48D5-763D-1AEA-AF0D23FF3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CE3293-81AC-5D1A-5D11-F0735079CDBF}"/>
              </a:ext>
            </a:extLst>
          </p:cNvPr>
          <p:cNvSpPr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Comparar</a:t>
            </a:r>
            <a:r>
              <a:rPr lang="en-US" sz="4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4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Tablones</a:t>
            </a:r>
            <a:endParaRPr lang="en-US" sz="4800" b="0" kern="1200" cap="none" spc="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CB0EA6-387A-DEBC-CA95-2C5CD76E9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5CE502-E42C-6921-4E28-E002E19D0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39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E84726-1B50-B215-F56D-797A188A3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21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C7DDFC-B456-BED7-FCB1-C896D76C5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7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301BD0-89C8-DCC5-2669-CEE2C1861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93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15D61-FBE7-BC6A-C8CD-B6E96F87A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7C00503-8B48-0E68-4BBC-44611402C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FB4532-E166-6527-C8D9-DE82CEC85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6646D7-5CA8-B763-3596-B9E084AA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711552-2C30-7AAD-1CFC-EAC635D6D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EE68C5C-6D0C-0ABD-9F21-B6946157B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62686B-C32B-72F5-C2AE-68EAD6027671}"/>
              </a:ext>
            </a:extLst>
          </p:cNvPr>
          <p:cNvSpPr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Homologar</a:t>
            </a:r>
            <a:r>
              <a:rPr lang="en-US" sz="4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 </a:t>
            </a:r>
            <a:r>
              <a:rPr lang="en-US" sz="4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Tablones</a:t>
            </a:r>
            <a:endParaRPr lang="en-US" sz="4800" b="0" kern="1200" cap="none" spc="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EE1A06-20B3-E923-CD16-776A53C99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B25F76-12F1-A2DF-ABC3-42BD2CE1B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2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E69948-CAE6-9C12-B0EE-032F4D7FB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71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8F6A73-CFE6-6E90-F4CB-36654AD31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1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DEAF28-3E80-BD47-9ADF-1A53F878E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8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3CE1C-E239-0CE4-00AF-0241C1E4B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CD503A5-9099-1A35-754D-127C2E7BF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9582DB-CB61-6620-E84A-7A7605B30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958B76-17A6-7915-1F08-0326C7053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2545CD-BAA6-5D0A-A42A-17E30D5BF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49EB66-CB17-146A-0511-885E40781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81A1C-0A55-E7E9-FB85-6F6974B72AC5}"/>
              </a:ext>
            </a:extLst>
          </p:cNvPr>
          <p:cNvSpPr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Comprobacion</a:t>
            </a:r>
            <a:r>
              <a:rPr lang="en-US" sz="4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4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Homologacion</a:t>
            </a:r>
            <a:r>
              <a:rPr lang="en-US" sz="4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de </a:t>
            </a:r>
            <a:r>
              <a:rPr lang="en-US" sz="4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Tablones</a:t>
            </a:r>
            <a:endParaRPr lang="en-US" sz="4800" b="0" kern="1200" cap="none" spc="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103EF9-984C-F4B7-28BE-31B96C578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C7C8B7-0540-27A2-FA07-F83ABCCE4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03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ACD11E-23AC-7FB0-1423-1913A76FD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7" y="0"/>
            <a:ext cx="120937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62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7BC5D4-201B-AD33-8A93-BFD67AF39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66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CAE0B-1BB2-948E-58AC-5DD8D120B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4F3C456-A303-AF19-E4CA-8B7AC947C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651717-7125-4E28-F002-CB44FFABC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C966F6-AB15-C0BB-FBA8-20FBE38B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948534-4422-3AE0-3184-7B44C31AE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D0D4B8-7EBC-8251-5935-6A1D832A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E25FA2-0745-AB6D-EB81-4CC7CF7884E4}"/>
              </a:ext>
            </a:extLst>
          </p:cNvPr>
          <p:cNvSpPr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EDA </a:t>
            </a:r>
            <a:r>
              <a:rPr lang="en-US" sz="4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Tablon</a:t>
            </a:r>
            <a:r>
              <a:rPr lang="en-US" sz="4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Congo</a:t>
            </a:r>
            <a:endParaRPr lang="en-US" sz="4800" b="0" kern="1200" cap="none" spc="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2A5D8B-E4E2-7978-8BC4-56F50A2AF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7D2BAD-A01D-D1B7-36F4-1C2158DB9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13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AF11F-35DA-1E3C-D92C-C298AD93B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23"/>
            <a:ext cx="12192000" cy="682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74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8084F-3EBE-D76D-0193-189B4777A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7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7399DD-655D-97DF-1873-FEA6C8704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42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CD4EA-8D58-5ADE-D025-CDB9FBF88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CF3AC08-4249-E662-A6DF-6036DF1C0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CC841D-8E07-8398-8A9E-7B25BD55F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19A8E9-C846-C923-DA68-3980CA52C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8C8571-273D-849B-D0B1-14C5FD7F8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E0214A3-C906-0284-3DFC-A0AA6143B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F64D93-CFEF-F60A-B8B1-4BE97E819412}"/>
              </a:ext>
            </a:extLst>
          </p:cNvPr>
          <p:cNvSpPr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Prediccion</a:t>
            </a:r>
            <a:r>
              <a:rPr lang="en-US" sz="4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Datos Congo</a:t>
            </a:r>
            <a:endParaRPr lang="en-US" sz="4800" b="0" kern="1200" cap="none" spc="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4532A9-3F9F-505A-26C3-83370E9ED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DFA48A-60B7-26AF-75E5-A8FB95D1E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86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A031F2-1F7C-657D-BCEE-240D331DD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92"/>
            <a:ext cx="12192000" cy="680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584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30DEBD-2F7F-3C61-8796-F9A0D0D64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8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42E66F-E3E0-E923-4A29-2921E3E81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79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0FEF0-B60A-77AB-E36A-8B0623309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C2642DA-E1F9-3D5A-AA19-C189CEE26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24ABB8-7CCD-892D-B1B4-2C3750484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69ED90-073B-599F-867A-F241493D8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1CFDF1-3FD0-4081-BFFE-2586F4C5E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A35024-DAA6-E8E5-CB8D-581BC471A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E74D6E-4718-84E9-4C1F-4FE63BC23288}"/>
              </a:ext>
            </a:extLst>
          </p:cNvPr>
          <p:cNvSpPr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PERMANOVA Datos Congo</a:t>
            </a:r>
            <a:endParaRPr lang="en-US" sz="4800" b="0" kern="1200" cap="none" spc="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0CD713-242A-DB61-664D-96D1B913C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C47103-274B-95D4-278A-EF169A5DE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98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3F7334-9C38-7F5F-FCF8-EC19315F9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17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26CB2A-6F73-C92A-A9C6-E2D7F6DE5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80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707E3E-7FF1-0DF6-6C78-7CC3F560D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28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AD372B-DA90-612B-EF17-E5ACD0998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83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21</Words>
  <Application>Microsoft Office PowerPoint</Application>
  <PresentationFormat>Widescreen</PresentationFormat>
  <Paragraphs>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Jhonatan Cabral</dc:creator>
  <cp:lastModifiedBy>Jhonatan Cabral</cp:lastModifiedBy>
  <cp:revision>2</cp:revision>
  <dcterms:created xsi:type="dcterms:W3CDTF">2026-07-07T00:11:47Z</dcterms:created>
  <dcterms:modified xsi:type="dcterms:W3CDTF">2026-07-11T00:27:45Z</dcterms:modified>
</cp:coreProperties>
</file>